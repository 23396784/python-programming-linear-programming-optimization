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solidFill>
            <a:srgbClr val="3A8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SIT742 MODERN DATA SCIENCE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Programming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78DA9"/>
                </a:solidFill>
              </a:rPr>
              <a:t>Part 2: Python Implementation &amp; Code Explanation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</a:rPr>
              <a:t>Victor Prefa • Deakin University • NumPy &amp; Matplotlib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3A8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SECTION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64592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Imports and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320040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Coefficients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np.array([3, 4])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Initialize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max_val = -np.inf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max_sol = (0, 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</a:rPr>
              <a:t>• NumPy: Numerical operations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</a:rPr>
              <a:t>• Matplotlib: Visualization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</a:rPr>
              <a:t>• c = [3, 4]: Profit margins ($3, $4)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</a:rPr>
              <a:t>• max_val = -∞: Track maximum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SECTION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64592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Function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check_constraints(A, B):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 + 2B ≤ 14    Transportation limit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B ≥ 3           Minimum B units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 &lt; 15          Maximum A units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B &lt; 15          Maximum B units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 ≥ 0           Non-negativity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Returns True ONLY if ALL constraints satisfied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SECTION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64592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in x_vals: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B in y_vals: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check_constraints(A, 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obj_val = 3*A + 4*B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obj_val &gt; max_val: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max_val = obj_val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max_sol = (A, B)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12080" y="10972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</a:rPr>
              <a:t>Step 1: Nested loops - test ALL combinations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</a:rPr>
              <a:t>Step 2: Check constraints for each 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</a:rPr>
              <a:t>Step 3: Calculate objective Z = 3A + 4B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</a:rPr>
              <a:t>Step 4: Update maximum if better found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0" y="3657600"/>
            <a:ext cx="3474720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Brute-force GUARANTEES global optimum!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3A8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SECTION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64592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1B263B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86FF"/>
                </a:solidFill>
              </a:rPr>
              <a:t>PRODUCT 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</a:rPr>
              <a:t>units @ $3 each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645920"/>
          </a:xfrm>
          <a:prstGeom prst="rect">
            <a:avLst/>
          </a:prstGeom>
          <a:solidFill>
            <a:srgbClr val="1B263B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PRODUCT 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</a:rPr>
              <a:t>units @ $4 each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1645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MAX REVENUE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Global Optimum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3 × 8 + 4 × 3 = 24 + 12 = $36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8DA9"/>
                </a:solidFill>
              </a:rPr>
              <a:t>Business Insight: Despite B's higher price, optimal favors A due to transportation constraint (2x capacity per B unit)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SECTION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64592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BINDING  A + 2B ≤ 14  →  8 + 2(3) = 14 ≤ 14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BINDING  B ≥ 3       →  3 = 3 ≥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SLACK    A &lt; 15      →  8 &lt; 15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SLACK    B &lt; 15      →  3 &lt; 15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CORNER POINT THEOREM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Two binding constraints = corner point of feasible region.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 LP, optimal solutions ALWAYS occur at corner points!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SECTION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64592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0" cy="320040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plot_feasible_region():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fig, ax = plt.subplots()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A_plot = np.linspace(0, 16, 100)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Transportation: B ≤ (14-A)/2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B1 = (14 - A_plot) /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ax.plot(A_plot, B1, 'r-')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Minimum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ax.axhline(y=3, color='blue')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Optimal 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ax.scatter(8, 3, c='red', s=200)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0972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</a:rPr>
              <a:t>• Creates 10×8 figure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</a:rPr>
              <a:t>• Plots constraint boundaries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</a:rPr>
              <a:t>• Shades feasible region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</a:rPr>
              <a:t>• Marks optimal point (8,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</a:rPr>
              <a:t>• Visual confirmation of corner point solution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E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</a:rPr>
              <a:t>✓ Global Optimality Guaranteed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</a:rPr>
              <a:t>   Brute-force examines ALL feasible solutions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</a:rPr>
              <a:t>✓ Enterprise Scalability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</a:rPr>
              <a:t>   Same principles scale to thousands of variables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</a:rPr>
              <a:t>✓ Mathematical Certainty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</a:rPr>
              <a:t>   LP provides provably optimal solutions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OPTIMAL: A = 8, B = 3  →  $36 Maximum Revenue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25 feasible solutions • 2 binding constraints • Corner point solution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Optimization</dc:title>
  <dc:subject>PptxGenJS Presentation</dc:subject>
  <dc:creator>Victor Prefa</dc:creator>
  <cp:lastModifiedBy>Victor Prefa</cp:lastModifiedBy>
  <cp:revision>1</cp:revision>
  <dcterms:created xsi:type="dcterms:W3CDTF">2025-12-12T18:14:27Z</dcterms:created>
  <dcterms:modified xsi:type="dcterms:W3CDTF">2025-12-12T18:14:27Z</dcterms:modified>
</cp:coreProperties>
</file>